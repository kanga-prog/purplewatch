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fa304b05b24756" /><Relationship Type="http://schemas.openxmlformats.org/officeDocument/2006/relationships/extended-properties" Target="/docProps/app.xml" Id="R5e338ed253bd4b90" /><Relationship Type="http://schemas.openxmlformats.org/officeDocument/2006/relationships/officeDocument" Target="/ppt/presentation.xml" Id="Rff4aeef2e7394e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c22d8ac9d94d96"/>
  </p:sldMasterIdLst>
  <p:notesMasterIdLst>
    <p:notesMasterId xmlns:r="http://schemas.openxmlformats.org/officeDocument/2006/relationships" r:id="R5922095f38194545"/>
  </p:notesMasterIdLst>
  <p:sldIdLst>
    <p:sldId xmlns:r="http://schemas.openxmlformats.org/officeDocument/2006/relationships" id="256" r:id="Ra9175e0dec024ec5"/>
    <p:sldId xmlns:r="http://schemas.openxmlformats.org/officeDocument/2006/relationships" id="257" r:id="R5623f89743c44abd"/>
    <p:sldId xmlns:r="http://schemas.openxmlformats.org/officeDocument/2006/relationships" id="258" r:id="R84e270024f74409f"/>
    <p:sldId xmlns:r="http://schemas.openxmlformats.org/officeDocument/2006/relationships" id="259" r:id="Re4a3bdf9399247a3"/>
    <p:sldId xmlns:r="http://schemas.openxmlformats.org/officeDocument/2006/relationships" id="260" r:id="R1800c38595b440b3"/>
    <p:sldId xmlns:r="http://schemas.openxmlformats.org/officeDocument/2006/relationships" id="261" r:id="R8706a09c084242e0"/>
    <p:sldId xmlns:r="http://schemas.openxmlformats.org/officeDocument/2006/relationships" id="262" r:id="Rf2e130099edd4c61"/>
    <p:sldId xmlns:r="http://schemas.openxmlformats.org/officeDocument/2006/relationships" id="263" r:id="R19e5877248c248e4"/>
    <p:sldId xmlns:r="http://schemas.openxmlformats.org/officeDocument/2006/relationships" id="264" r:id="Rfa54959e803847a1"/>
    <p:sldId xmlns:r="http://schemas.openxmlformats.org/officeDocument/2006/relationships" id="265" r:id="R8d1ff4ca24144b35"/>
    <p:sldId xmlns:r="http://schemas.openxmlformats.org/officeDocument/2006/relationships" id="266" r:id="R2e9b933e08bc421f"/>
    <p:sldId xmlns:r="http://schemas.openxmlformats.org/officeDocument/2006/relationships" id="267" r:id="R691f4397460446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af1f59b9e14c59" /><Relationship Type="http://schemas.openxmlformats.org/officeDocument/2006/relationships/slideMaster" Target="/ppt/slideMasters/slideMaster1.xml" Id="R4bc22d8ac9d94d96" /><Relationship Type="http://schemas.openxmlformats.org/officeDocument/2006/relationships/notesMaster" Target="/ppt/notesMasters/notesMaster1.xml" Id="R5922095f38194545" /><Relationship Type="http://schemas.openxmlformats.org/officeDocument/2006/relationships/presProps" Target="/ppt/presProps.xml" Id="R61421018b91e46c6" /><Relationship Type="http://schemas.openxmlformats.org/officeDocument/2006/relationships/tableStyles" Target="/ppt/tableStyles.xml" Id="R3bc16d135c1c44d3" /><Relationship Type="http://schemas.openxmlformats.org/officeDocument/2006/relationships/slide" Target="/ppt/slides/slide1.xml" Id="Ra9175e0dec024ec5" /><Relationship Type="http://schemas.openxmlformats.org/officeDocument/2006/relationships/slide" Target="/ppt/slides/slide2.xml" Id="R5623f89743c44abd" /><Relationship Type="http://schemas.openxmlformats.org/officeDocument/2006/relationships/slide" Target="/ppt/slides/slide3.xml" Id="R84e270024f74409f" /><Relationship Type="http://schemas.openxmlformats.org/officeDocument/2006/relationships/slide" Target="/ppt/slides/slide4.xml" Id="Re4a3bdf9399247a3" /><Relationship Type="http://schemas.openxmlformats.org/officeDocument/2006/relationships/slide" Target="/ppt/slides/slide5.xml" Id="R1800c38595b440b3" /><Relationship Type="http://schemas.openxmlformats.org/officeDocument/2006/relationships/slide" Target="/ppt/slides/slide6.xml" Id="R8706a09c084242e0" /><Relationship Type="http://schemas.openxmlformats.org/officeDocument/2006/relationships/slide" Target="/ppt/slides/slide7.xml" Id="Rf2e130099edd4c61" /><Relationship Type="http://schemas.openxmlformats.org/officeDocument/2006/relationships/slide" Target="/ppt/slides/slide8.xml" Id="R19e5877248c248e4" /><Relationship Type="http://schemas.openxmlformats.org/officeDocument/2006/relationships/slide" Target="/ppt/slides/slide9.xml" Id="Rfa54959e803847a1" /><Relationship Type="http://schemas.openxmlformats.org/officeDocument/2006/relationships/slide" Target="/ppt/slides/slide10.xml" Id="R8d1ff4ca24144b35" /><Relationship Type="http://schemas.openxmlformats.org/officeDocument/2006/relationships/slide" Target="/ppt/slides/slide11.xml" Id="R2e9b933e08bc421f" /><Relationship Type="http://schemas.openxmlformats.org/officeDocument/2006/relationships/slide" Target="/ppt/slides/slide12.xml" Id="R691f4397460446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e6fe19f7e940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6cdf0ebdbe42b9" /><Relationship Type="http://schemas.openxmlformats.org/officeDocument/2006/relationships/notesMaster" Target="/ppt/notesMasters/notesMaster1.xml" Id="R2e2c3570a8b34a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94fe325cfa41de" /><Relationship Type="http://schemas.openxmlformats.org/officeDocument/2006/relationships/notesMaster" Target="/ppt/notesMasters/notesMaster1.xml" Id="Rb405ddde74b442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d0cfae73a8429a" /><Relationship Type="http://schemas.openxmlformats.org/officeDocument/2006/relationships/notesMaster" Target="/ppt/notesMasters/notesMaster1.xml" Id="Rc43e019922af47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50223c65254334" /><Relationship Type="http://schemas.openxmlformats.org/officeDocument/2006/relationships/notesMaster" Target="/ppt/notesMasters/notesMaster1.xml" Id="Ra1c54428a89c48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0d82c6d280455b" /><Relationship Type="http://schemas.openxmlformats.org/officeDocument/2006/relationships/notesMaster" Target="/ppt/notesMasters/notesMaster1.xml" Id="R3719c9cdecdd44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d95fce7e6c4504" /><Relationship Type="http://schemas.openxmlformats.org/officeDocument/2006/relationships/notesMaster" Target="/ppt/notesMasters/notesMaster1.xml" Id="R61a2a0a6506f49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bc7802c814480a" /><Relationship Type="http://schemas.openxmlformats.org/officeDocument/2006/relationships/notesMaster" Target="/ppt/notesMasters/notesMaster1.xml" Id="Rc6c15ef94e334c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a63043757c4004" /><Relationship Type="http://schemas.openxmlformats.org/officeDocument/2006/relationships/notesMaster" Target="/ppt/notesMasters/notesMaster1.xml" Id="Rc79eb718638640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1ed417828b4056" /><Relationship Type="http://schemas.openxmlformats.org/officeDocument/2006/relationships/notesMaster" Target="/ppt/notesMasters/notesMaster1.xml" Id="Raff2278bc4734a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76e1df42e84523" /><Relationship Type="http://schemas.openxmlformats.org/officeDocument/2006/relationships/notesMaster" Target="/ppt/notesMasters/notesMaster1.xml" Id="R2be7a877112e45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94789674de4766" /><Relationship Type="http://schemas.openxmlformats.org/officeDocument/2006/relationships/notesMaster" Target="/ppt/notesMasters/notesMaster1.xml" Id="R2f0afa5ac2ad45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ae3f35275f44965" /><Relationship Type="http://schemas.openxmlformats.org/officeDocument/2006/relationships/notesMaster" Target="/ppt/notesMasters/notesMaster1.xml" Id="Rfbd2e5a89cb940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1 min. Présenter PurpleWatch comme un laboratoire autorisé de validation défensive.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1 min. Insister sur le cycle complet, pas seulement sur l’installation des outils.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1 min. Rappeler que toutes les actions restent dans le périmètre du laboratoire.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2 min. Décrire Caldera comme l’orchestrateur, les endpoints comme les sources d’événements, Wazuh comme le point de détection.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1 min 30. Nommer les rôles de chaque framework plutôt que détailler chaque produit.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1 min 30. Donner l’exemple du retour Caldera de net user ou de la règle Linux 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2 min. Indiquer six techniques couvertes, avec cinq règles locales PurpleWatch et une règle native complémentaire.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2 min. Montrer en direct la ligne Caldera ou une capture, puis la règle Wazuh 100101.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2 min. Cette slide sert de preuve complémentaire et peut devenir la démonstration live la plus stable.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2 min. Cette slide est essentielle : elle montre la capacité de diagnostic plutôt qu’une simple suite de commandes.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1 min 30. La séquence live doit rester sous trois minutes. Ne pas chercher à lancer toutes les techniques en direct.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Durée 1 min. Conclure sur les preuves, les retests et les limites connues. Garder la matrice et l’AAR disponibles pour les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428c72cbbf41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806db8a7cf4ae3" /><Relationship Type="http://schemas.openxmlformats.org/officeDocument/2006/relationships/slideLayout" Target="/ppt/slideLayouts/slideLayout1.xml" Id="R8a75e2b8431845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75e2b8431845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48f9c10b14700" /><Relationship Type="http://schemas.openxmlformats.org/officeDocument/2006/relationships/notesSlide" Target="/ppt/notesSlides/notesSlide1.xml" Id="R7d59e18a37534f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7663844f34f03" /><Relationship Type="http://schemas.openxmlformats.org/officeDocument/2006/relationships/notesSlide" Target="/ppt/notesSlides/notesSlide2.xml" Id="Rac443ae125144c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c0556106740d7" /><Relationship Type="http://schemas.openxmlformats.org/officeDocument/2006/relationships/notesSlide" Target="/ppt/notesSlides/notesSlide3.xml" Id="Rd808614f281e4d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0bf86c5334093" /><Relationship Type="http://schemas.openxmlformats.org/officeDocument/2006/relationships/notesSlide" Target="/ppt/notesSlides/notesSlide4.xml" Id="Rd43dd5936a9b4d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d89020fb7454b" /><Relationship Type="http://schemas.openxmlformats.org/officeDocument/2006/relationships/notesSlide" Target="/ppt/notesSlides/notesSlide5.xml" Id="Rcd4d99b9688540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9dcce95e24dab" /><Relationship Type="http://schemas.openxmlformats.org/officeDocument/2006/relationships/notesSlide" Target="/ppt/notesSlides/notesSlide6.xml" Id="Ra7b73772f5644e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8799573fe45c4" /><Relationship Type="http://schemas.openxmlformats.org/officeDocument/2006/relationships/notesSlide" Target="/ppt/notesSlides/notesSlide7.xml" Id="R112de0148fb940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f7895b1bf46ac" /><Relationship Type="http://schemas.openxmlformats.org/officeDocument/2006/relationships/notesSlide" Target="/ppt/notesSlides/notesSlide8.xml" Id="R5baa2b3d170c42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3a3574d334f77" /><Relationship Type="http://schemas.openxmlformats.org/officeDocument/2006/relationships/notesSlide" Target="/ppt/notesSlides/notesSlide9.xml" Id="R1422e56a971b45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d83e5a8c74150" /><Relationship Type="http://schemas.openxmlformats.org/officeDocument/2006/relationships/notesSlide" Target="/ppt/notesSlides/notesSlide10.xml" Id="R6c658734ce0f4e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1cb34433c42ed" /><Relationship Type="http://schemas.openxmlformats.org/officeDocument/2006/relationships/notesSlide" Target="/ppt/notesSlides/notesSlide11.xml" Id="R189ac5fed5c24a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4a7fefccf498f" /><Relationship Type="http://schemas.openxmlformats.org/officeDocument/2006/relationships/notesSlide" Target="/ppt/notesSlides/notesSlide12.xml" Id="Ree39f8aa423244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8E235-8ED4-4878-94E2-AE403AF3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0CC91-639A-42D7-B1A2-1C78CDB3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rPr>
              <a:t>PURPLEWATCH  |  Soutenance  |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6B9C4-BB49-42E6-B395-4DC9DA85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PurpleWatch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6A643-2437-4947-BE6F-44EBFA11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57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rPr>
              <a:t>Laboratoire de validation défensive</a:t>
            </a:r>
          </a:p>
          <a:p xmlns:a="http://schemas.openxmlformats.org/drawingml/2006/main">
            <a:pPr>
              <a:defRPr sz="2250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rPr>
              <a:t>MITRE ATT&amp;CK, Caldera et Wazuh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60ADA-AA53-4457-A3D3-7D3F8851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A855F7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20 minutes</a:t>
            </a:r>
          </a:p>
          <a:p xmlns:a="http://schemas.openxmlformats.org/drawingml/2006/main">
            <a:pPr>
              <a:defRPr sz="18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Démonstration, preuves et retours techniques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BA90A-9AB7-4D56-9105-913A54B5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8BD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38BDF8"/>
                </a:solidFill>
                <a:latin typeface="Bitstream Charter"/>
                <a:ea typeface="Bitstream Charter"/>
                <a:cs typeface="Bitstream Charter"/>
              </a:rPr>
              <a:t>Projet Cybersecurity Portfolio  |  19 septembre 2026</a:t>
            </a:r>
          </a:p>
        </p:txBody>
      </p:sp>
    </p:spTree>
    <p:extLst>
      <p:ext uri="{BB962C8B-B14F-4D97-AF65-F5344CB8AC3E}">
        <p14:creationId xmlns:p14="http://schemas.microsoft.com/office/powerpoint/2010/main" val="385353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E8EDF-AD5D-44F1-A9EB-C7F6AF8F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FD531-2BCF-4F61-AD6E-E43B6E4C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rPr>
              <a:t>PURPLEWATCH  |  Soutenance  |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47D89-DB96-4481-9767-50712165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Objectif du projet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BEA0F-9151-4A4D-98D6-BE9AF42D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rPr>
              <a:t>Vérifier une détection, corriger un écart, puis valider le résultat par retest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69299-81C8-4BED-A487-247449FC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38BDF8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Question posée</a:t>
            </a:r>
          </a:p>
          <a:p xmlns:a="http://schemas.openxmlformats.org/drawingml/2006/main">
            <a:pPr>
              <a:defRPr sz="18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Les techniques de découverte exécutées dans le laboratoire génèrent-elles une alerte Wazuh exploitable 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54D4C-8933-4194-B494-AD391604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334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44D1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Critère de réussite</a:t>
            </a:r>
          </a:p>
          <a:p xmlns:a="http://schemas.openxmlformats.org/drawingml/2006/main">
            <a:pPr>
              <a:defRPr sz="18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Caldera exécute la technique, la télémétrie existe, Wazuh déclenche la règle attendue.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DBE6E-D020-4EEE-8574-E20E2E3E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La valeur du projet vient des preuves E2E et des corrections documentées.</a:t>
            </a:r>
          </a:p>
        </p:txBody>
      </p:sp>
    </p:spTree>
    <p:extLst>
      <p:ext uri="{BB962C8B-B14F-4D97-AF65-F5344CB8AC3E}">
        <p14:creationId xmlns:p14="http://schemas.microsoft.com/office/powerpoint/2010/main" val="3321918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D0B41-91FE-4A7F-ABF1-823BD41D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2B805-D2A7-42C3-823D-3A55F39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rPr>
              <a:t>PURPLEWATCH  |  Soutenance  |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148A4-0935-4989-9806-CA36D453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Périmètre et éthique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B349A-C602-4C0B-AC9E-5D5B9914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44D1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Périmètre autorisé</a:t>
            </a:r>
          </a:p>
          <a:p xmlns:a="http://schemas.openxmlformats.org/drawingml/2006/main">
            <a:pPr>
              <a:def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Machines personnelles, VMs locales et serveurs du laboratoire PurpleWatch.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8AAD0-31A6-40FE-97E1-B70D1FDF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38BDF8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Techniques limitées</a:t>
            </a:r>
          </a:p>
          <a:p xmlns:a="http://schemas.openxmlformats.org/drawingml/2006/main">
            <a:pPr>
              <a:def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Découverte système, processus, comptes et réseau. Aucun scénario destructif.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719A1-8C9F-483D-A214-BE99CFE5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66875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A855F7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Résultat attendu</a:t>
            </a:r>
          </a:p>
          <a:p xmlns:a="http://schemas.openxmlformats.org/drawingml/2006/main">
            <a:pPr>
              <a:def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Télémétrie, détection et preuve de correction. Les données restent dans le lab.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EA709-4983-4D8F-85A1-ECCF4BAD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Référentiel de techniques : MITRE ATT&amp;CK</a:t>
            </a:r>
          </a:p>
        </p:txBody>
      </p:sp>
    </p:spTree>
    <p:extLst>
      <p:ext uri="{BB962C8B-B14F-4D97-AF65-F5344CB8AC3E}">
        <p14:creationId xmlns:p14="http://schemas.microsoft.com/office/powerpoint/2010/main" val="16577356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D8A7B8-9B84-440E-8E8D-9F332DFA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CA417-A49E-4742-BE0D-72094A51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rPr>
              <a:t>PURPLEWATCH  |  Soutenance  |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92EE8-1E32-47C3-9507-4FAD6ECB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Architecture PurpleWatch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04127-1E01-4AF9-B4C3-B07ABCFD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rPr>
              <a:t>Les rôles restent séparés pour faciliter le test et le diagnostic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13F22-0F50-4F38-9F93-CD5A24E5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A855F7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PW-CALDERA-01</a:t>
            </a:r>
          </a:p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Orchestration Caldera</a:t>
            </a:r>
          </a:p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Tailscale 100.103.199.63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7E2C7-8900-4882-8305-2813AC00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62125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38BDF8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PW-WIN11-01</a:t>
            </a:r>
          </a:p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Sandcat, Sysmon</a:t>
            </a:r>
          </a:p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Agent Wazuh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96C0C-4C0F-465C-AF1D-80C3A876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44D1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PW-LINUX-01</a:t>
            </a:r>
          </a:p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Sandcat, auditd</a:t>
            </a:r>
          </a:p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Agent Wazuh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CF989-5E1C-447F-B95B-EFC60DE5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62125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38BDF8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PW-WAZUH-01</a:t>
            </a:r>
          </a:p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Manager, Indexer</a:t>
            </a:r>
          </a:p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Threat Hunting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6E7F7-A951-4E2E-9FCB-EEB4DE30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551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Tailscale transporte les communications chiffrées entre les composants. Wazuh centralise les événements de Windows et Linux.</a:t>
            </a:r>
          </a:p>
        </p:txBody>
      </p:sp>
    </p:spTree>
    <p:extLst>
      <p:ext uri="{BB962C8B-B14F-4D97-AF65-F5344CB8AC3E}">
        <p14:creationId xmlns:p14="http://schemas.microsoft.com/office/powerpoint/2010/main" val="21240376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E1000-3FEA-4E68-85C8-DE8E6C9F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D7A18-E970-40AC-B762-7E645B61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rPr>
              <a:t>PURPLEWATCH  |  Soutenance  |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B6E62-77A1-442F-BE06-43614FED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Cadre technique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B3896-6C87-4114-B0B6-831FEF29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143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A855F7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MITRE ATT&amp;CK</a:t>
            </a:r>
          </a:p>
          <a:p xmlns:a="http://schemas.openxmlformats.org/drawingml/2006/main">
            <a:pPr>
              <a:def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Langage commun pour décrire les techniques testées.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E12B6-0B90-49BA-AC1C-821E76BB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3143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38BDF8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Caldera et Sandcat</a:t>
            </a:r>
          </a:p>
          <a:p xmlns:a="http://schemas.openxmlformats.org/drawingml/2006/main">
            <a:pPr>
              <a:def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Exécution contrôlée des abilities et remontée des résultats.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BC6B9-A86F-480D-9FE8-EE494979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19250"/>
            <a:ext cx="3143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44D1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Wazuh, Sysmon et auditd</a:t>
            </a:r>
          </a:p>
          <a:p xmlns:a="http://schemas.openxmlformats.org/drawingml/2006/main">
            <a:pPr>
              <a:def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Collecte, analyse et alertes de sécurité.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068FB-A019-4004-BB6B-723373DA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22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Tailscale assure la connectivité privée. systemd et le Planificateur Windows apportent la reproductibilité.</a:t>
            </a:r>
          </a:p>
        </p:txBody>
      </p:sp>
    </p:spTree>
    <p:extLst>
      <p:ext uri="{BB962C8B-B14F-4D97-AF65-F5344CB8AC3E}">
        <p14:creationId xmlns:p14="http://schemas.microsoft.com/office/powerpoint/2010/main" val="4999360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2D976-BEDB-4A0D-B252-45A2097F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9D7ED-20AB-4415-BFFD-C0753AFC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rPr>
              <a:t>PURPLEWATCH  |  Soutenance  |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00B97-5EB0-4249-807E-8095862C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Méthode de validation E2E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6505C-4E35-4900-91E5-04A1FD67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A855F7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  <a:p xmlns:a="http://schemas.openxmlformats.org/drawingml/2006/main">
            <a:pPr>
              <a:def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Caldera lance une ability ATT&amp;CK.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AD5D5-BA06-4F5B-B523-D317C09E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38BDF8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  <a:p xmlns:a="http://schemas.openxmlformats.org/drawingml/2006/main">
            <a:pPr>
              <a:def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Sysmon ou auditd enregistre l’exécution.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0B769-1C1E-4CA9-8F17-3FB3127E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44D1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  <a:p xmlns:a="http://schemas.openxmlformats.org/drawingml/2006/main">
            <a:pPr>
              <a:def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L’agent Wazuh transmet au manager.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8F99A-EA2D-49C5-B19C-5E928AD0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38BDF8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  <a:p xmlns:a="http://schemas.openxmlformats.org/drawingml/2006/main">
            <a:pPr>
              <a:def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Une règle PurpleWatch alerte et relie l’événement à ATT&amp;CK.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D4F16-5FEF-4267-86DA-E6976CBD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Lorsqu’un maillon échoue, nous diagnostiquons, corrigeons et relançons le même scénario.</a:t>
            </a:r>
          </a:p>
        </p:txBody>
      </p:sp>
    </p:spTree>
    <p:extLst>
      <p:ext uri="{BB962C8B-B14F-4D97-AF65-F5344CB8AC3E}">
        <p14:creationId xmlns:p14="http://schemas.microsoft.com/office/powerpoint/2010/main" val="17205002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00898-F87C-420D-8E71-839A67A0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10697-CDA3-4315-9B98-E0C4DF27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rPr>
              <a:t>PURPLEWATCH  |  Soutenance  |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CCA6E-6038-4A64-BFDF-46AF0990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Couverture MITRE ATT&amp;CK validée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7BFBD-5A45-4B7E-96A2-965AEE3A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8BD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38BDF8"/>
                </a:solidFill>
                <a:latin typeface="Bitstream Charter"/>
                <a:ea typeface="Bitstream Charter"/>
                <a:cs typeface="Bitstream Charter"/>
              </a:rPr>
              <a:t>Windows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CEBF8-177D-4DDE-AD53-6C1A6F62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716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194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4D19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44D19D"/>
                </a:solidFill>
                <a:latin typeface="Bitstream Charter"/>
                <a:ea typeface="Bitstream Charter"/>
                <a:cs typeface="Bitstream Charter"/>
              </a:rPr>
              <a:t>Linux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BCC6B-34BA-4248-B930-C9A9268F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572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38BDF8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T1082  System Information</a:t>
            </a:r>
          </a:p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Règle 100100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DBA78-27CB-4988-A6D6-95EF0997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572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38BDF8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T1057  Process Discovery</a:t>
            </a:r>
          </a:p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Règle 100101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453C2-64A9-453E-8071-5AABE406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572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38BDF8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T1087.001  Local Account Discovery</a:t>
            </a:r>
          </a:p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Règle 100102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F6DE5-C66D-4E85-8E78-E9B42A51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4572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38BDF8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T1016  Network Configuration</a:t>
            </a:r>
          </a:p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Règle 100103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D89ED-1B3B-40C3-B8AC-34D5A411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572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44D1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T1082  uname</a:t>
            </a:r>
          </a:p>
          <a:p xmlns:a="http://schemas.openxmlformats.org/drawingml/2006/main">
            <a:pPr>
              <a:def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Règle 100104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B4866-423F-440F-BDA1-3B64C884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90950"/>
            <a:ext cx="4572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44D1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T1057  ps et Atomic ps</a:t>
            </a:r>
          </a:p>
          <a:p xmlns:a="http://schemas.openxmlformats.org/drawingml/2006/main">
            <a:pPr>
              <a:def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Règle 100105 et 92604</a:t>
            </a:r>
          </a:p>
        </p:txBody>
      </p:sp>
    </p:spTree>
    <p:extLst>
      <p:ext uri="{BB962C8B-B14F-4D97-AF65-F5344CB8AC3E}">
        <p14:creationId xmlns:p14="http://schemas.microsoft.com/office/powerpoint/2010/main" val="5389979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F9D43-7C5B-4306-904B-48B972B2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03DBF-0E4B-42AF-A20F-9404E649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rPr>
              <a:t>PURPLEWATCH  |  Soutenance  |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E3B3C-9F3B-4821-9F84-D5C71DDE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Preuves Windows récentes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D5EDD-99E7-422C-994F-A03E7DB1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rPr>
              <a:t>La reprise de WazuhSvc a rétabli la collecte et les alertes rapides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B38E8-6DAE-49C8-96BD-A7254C54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572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38BDF8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T1082</a:t>
            </a:r>
          </a:p>
          <a:p xmlns:a="http://schemas.openxmlformats.org/drawingml/2006/main">
            <a:pPr>
              <a:defRPr sz="18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Caldera success 19:03:08</a:t>
            </a:r>
          </a:p>
          <a:p xmlns:a="http://schemas.openxmlformats.org/drawingml/2006/main">
            <a:pPr>
              <a:defRPr sz="18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Wazuh 100100 19:03:44.817</a:t>
            </a:r>
          </a:p>
          <a:p xmlns:a="http://schemas.openxmlformats.org/drawingml/2006/main">
            <a:pPr>
              <a:defRPr sz="18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36,817 secondes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9D7B3-7BF2-4503-ABC3-86019FEF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572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44D1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T1057</a:t>
            </a:r>
          </a:p>
          <a:p xmlns:a="http://schemas.openxmlformats.org/drawingml/2006/main">
            <a:pPr>
              <a:defRPr sz="18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Caldera success 19:09:31</a:t>
            </a:r>
          </a:p>
          <a:p xmlns:a="http://schemas.openxmlformats.org/drawingml/2006/main">
            <a:pPr>
              <a:defRPr sz="18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Wazuh 100101 19:09:47.526</a:t>
            </a:r>
          </a:p>
          <a:p xmlns:a="http://schemas.openxmlformats.org/drawingml/2006/main">
            <a:pPr>
              <a:defRPr sz="18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16,526 secondes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26255-F69C-4E4A-A557-AF272FB8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Sandcat manuel : C:\Users\Public\Start-PurpleWatch-Sandcat.cmd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00CE7-B488-4B18-AF12-BFEE308C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rPr>
              <a:t>La tâche planifiée reste un point à corriger. Le script manuel sert de procédure de secours.</a:t>
            </a:r>
          </a:p>
        </p:txBody>
      </p:sp>
    </p:spTree>
    <p:extLst>
      <p:ext uri="{BB962C8B-B14F-4D97-AF65-F5344CB8AC3E}">
        <p14:creationId xmlns:p14="http://schemas.microsoft.com/office/powerpoint/2010/main" val="11509859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F16D2-BAFD-4E51-AF26-189E367F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9D051-E525-42DE-94DF-25670B36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rPr>
              <a:t>PURPLEWATCH  |  Soutenance  | 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5BA26-6EB4-4176-B166-0D221074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Preuves Linux et Atomic Red Team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4B2DF-E584-4CC2-A9F1-BA3ECC17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44D1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T1082 Linux</a:t>
            </a:r>
          </a:p>
          <a:p xmlns:a="http://schemas.openxmlformats.org/drawingml/2006/main">
            <a:pPr>
              <a:def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uname -a</a:t>
            </a:r>
          </a:p>
          <a:p xmlns:a="http://schemas.openxmlformats.org/drawingml/2006/main">
            <a:pPr>
              <a:def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auditd EXECVE</a:t>
            </a:r>
          </a:p>
          <a:p xmlns:a="http://schemas.openxmlformats.org/drawingml/2006/main">
            <a:pPr>
              <a:def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règle 100104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D015C-418B-4D1F-92AE-86FC8AAE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44D1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T1057 Linux</a:t>
            </a:r>
          </a:p>
          <a:p xmlns:a="http://schemas.openxmlformats.org/drawingml/2006/main">
            <a:pPr>
              <a:def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ps -ef</a:t>
            </a:r>
          </a:p>
          <a:p xmlns:a="http://schemas.openxmlformats.org/drawingml/2006/main">
            <a:pPr>
              <a:def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auditd EXECVE</a:t>
            </a:r>
          </a:p>
          <a:p xmlns:a="http://schemas.openxmlformats.org/drawingml/2006/main">
            <a:pPr>
              <a:def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règle 100105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49E6F-6630-41E2-BA0E-E8C48926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A855F7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Atomic T1057</a:t>
            </a:r>
          </a:p>
          <a:p xmlns:a="http://schemas.openxmlformats.org/drawingml/2006/main">
            <a:pPr>
              <a:def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ps et ps aux</a:t>
            </a:r>
          </a:p>
          <a:p xmlns:a="http://schemas.openxmlformats.org/drawingml/2006/main">
            <a:pPr>
              <a:def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100105 + 92604</a:t>
            </a:r>
          </a:p>
          <a:p xmlns:a="http://schemas.openxmlformats.org/drawingml/2006/main">
            <a:pPr>
              <a:def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nettoyage validé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DAFA4-584C-4670-8C30-19DBDA10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Persistance Linux validée après redémarrage : service purplewatch-sandcat actif, Caldera success à 12:33:09, Wazuh 100105 à 12:33:35.</a:t>
            </a:r>
          </a:p>
        </p:txBody>
      </p:sp>
    </p:spTree>
    <p:extLst>
      <p:ext uri="{BB962C8B-B14F-4D97-AF65-F5344CB8AC3E}">
        <p14:creationId xmlns:p14="http://schemas.microsoft.com/office/powerpoint/2010/main" val="11495731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DE70B-4588-40CA-A76D-BF3FB1F3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04C53-808F-46AB-A4F8-57F192F0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rPr>
              <a:t>PURPLEWATCH  |  Soutenance  |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2EBA1-A411-48CA-89B5-4137380E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Incidents, corrections et enseignements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3CA89-A9A8-4C94-8B5C-D5BDCA7B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A855F7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Caldera T1087.001</a:t>
            </a:r>
          </a:p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net user produisait les comptes mais un code de retour non nul.</a:t>
            </a:r>
          </a:p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Correction : net user; exit 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8F77F-ABED-4FAE-A52B-73BF0503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44D1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Linux T1057</a:t>
            </a:r>
          </a:p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ps -ef était présent dans auditd sans alerte dédiée.</a:t>
            </a:r>
          </a:p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Correction : règle 100105.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00BC2-374C-446E-A6D1-04CD648F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24000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38BDF8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Windows Wazuh</a:t>
            </a:r>
          </a:p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Services actifs, mais plus d’événements récents.</a:t>
            </a:r>
          </a:p>
          <a:p xmlns:a="http://schemas.openxmlformats.org/drawingml/2006/main">
            <a:pPr>
              <a:def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Correction : reprise de WazuhSvc et retest E2E.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80B70-160B-4BF1-B02E-123B2F16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Chaque correction a été suivie d’un retest et d’une preuve de détection.</a:t>
            </a:r>
          </a:p>
        </p:txBody>
      </p:sp>
    </p:spTree>
    <p:extLst>
      <p:ext uri="{BB962C8B-B14F-4D97-AF65-F5344CB8AC3E}">
        <p14:creationId xmlns:p14="http://schemas.microsoft.com/office/powerpoint/2010/main" val="14794269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8653ED-66EA-4179-A654-EF4CA5CC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1324A-C905-4356-9886-81059BF1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rPr>
              <a:t>PURPLEWATCH  |  Soutenance  |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13629-16A2-45F4-9896-C71B4788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Scénario de démonstration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F9D26-803A-4178-B76F-B6B84235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rPr>
              <a:t>Une séquence courte, avec preuves de secours prêtes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A9037-2639-4AE0-95FD-6D2EDCE4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952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38BDF8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0:00 à 0:30</a:t>
            </a:r>
          </a:p>
          <a:p xmlns:a="http://schemas.openxmlformats.org/drawingml/2006/main">
            <a:pPr>
              <a:def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Vérifier agents et services</a:t>
            </a:r>
          </a:p>
          <a:p xmlns:a="http://schemas.openxmlformats.org/drawingml/2006/main">
            <a:pPr>
              <a:def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Sandcat actif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0AA5B-8854-42BE-8EDD-FDD45DF4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14500"/>
            <a:ext cx="2952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A855F7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0:30 à 1:30</a:t>
            </a:r>
          </a:p>
          <a:p xmlns:a="http://schemas.openxmlformats.org/drawingml/2006/main">
            <a:pPr>
              <a:def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Lancer T1057 Windows dans Caldera</a:t>
            </a:r>
          </a:p>
          <a:p xmlns:a="http://schemas.openxmlformats.org/drawingml/2006/main">
            <a:pPr>
              <a:def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Montrer le success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8B79B-3725-4F15-BD43-6D5D5793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14500"/>
            <a:ext cx="2952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44D1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1:30 à 2:30</a:t>
            </a:r>
          </a:p>
          <a:p xmlns:a="http://schemas.openxmlformats.org/drawingml/2006/main">
            <a:pPr>
              <a:def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Afficher Wazuh 100101</a:t>
            </a:r>
          </a:p>
          <a:p xmlns:a="http://schemas.openxmlformats.org/drawingml/2006/main">
            <a:pPr>
              <a:def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Comparer les horaires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2E3B6-28EC-4610-B334-545C026F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Plan B : démonstration Linux complète en direct, puis captures Windows datées.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BC56B-1150-4B4F-87B9-AF528CFF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rPr>
              <a:t>Prévoir uniquement les VMs nécessaires : le PC hôte dispose d’environ 8 Go de RAM.</a:t>
            </a:r>
          </a:p>
        </p:txBody>
      </p:sp>
    </p:spTree>
    <p:extLst>
      <p:ext uri="{BB962C8B-B14F-4D97-AF65-F5344CB8AC3E}">
        <p14:creationId xmlns:p14="http://schemas.microsoft.com/office/powerpoint/2010/main" val="6018141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146E6-33A5-4A03-ADA9-CF9DD6C5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5F315E-1FFC-46DA-9227-EB1F3010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A7BCD8"/>
                </a:solidFill>
                <a:latin typeface="Bitstream Charter"/>
                <a:ea typeface="Bitstream Charter"/>
                <a:cs typeface="Bitstream Charter"/>
              </a:rPr>
              <a:t>PURPLEWATCH  |  Soutenance  |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93ADF-5455-49FE-93E8-94BD9FDA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1581F-074D-438F-BEB2-35F45D44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PurpleWatch valide une chaîne défensive mesurable.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B67B5-47B5-4CFF-AC36-5FAC117C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38BDF8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6 techniques ATT&amp;CK validées</a:t>
            </a:r>
          </a:p>
          <a:p xmlns:a="http://schemas.openxmlformats.org/drawingml/2006/main">
            <a:pPr>
              <a:def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Windows et Linux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9749C-853D-44E2-BF38-358815D6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44D1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Détections Wazuh reliées</a:t>
            </a:r>
          </a:p>
          <a:p xmlns:a="http://schemas.openxmlformats.org/drawingml/2006/main">
            <a:pPr>
              <a:def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à Sysmon ou auditd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96EBA-FC38-4B17-865C-193C8405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53B66"/>
          </a:solidFill>
          <a:ln xmlns:a="http://schemas.openxmlformats.org/drawingml/2006/main" w="14288">
            <a:solidFill>
              <a:srgbClr val="A855F7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GAP documentés</a:t>
            </a:r>
          </a:p>
          <a:p xmlns:a="http://schemas.openxmlformats.org/drawingml/2006/main">
            <a:pPr>
              <a:def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EAF2FF"/>
                </a:solidFill>
                <a:latin typeface="Bitstream Charter"/>
                <a:ea typeface="Bitstream Charter"/>
                <a:cs typeface="Bitstream Charter"/>
              </a:rPr>
              <a:t>Corrections et retests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5C69D-73B8-424F-9B47-CD1F2BD4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8BDF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38BDF8"/>
                </a:solidFill>
                <a:latin typeface="Bitstream Charter"/>
                <a:ea typeface="Bitstream Charter"/>
                <a:cs typeface="Bitstream Charter"/>
              </a:rPr>
              <a:t>Question / Réponse</a:t>
            </a:r>
          </a:p>
        </p:txBody>
      </p:sp>
    </p:spTree>
    <p:extLst>
      <p:ext uri="{BB962C8B-B14F-4D97-AF65-F5344CB8AC3E}">
        <p14:creationId xmlns:p14="http://schemas.microsoft.com/office/powerpoint/2010/main" val="2007787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2026-09-19T17:18:28.7830000Z</dcterms:created>
  <dcterms:modified xsi:type="dcterms:W3CDTF">2026-09-19T17:18:28.7830000Z</dcterms:modified>
</coreProperties>
</file>